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handoutMasterIdLst>
    <p:handoutMasterId r:id="rId10"/>
  </p:handoutMasterIdLst>
  <p:sldIdLst>
    <p:sldId id="280" r:id="rId2"/>
    <p:sldId id="286" r:id="rId3"/>
    <p:sldId id="287" r:id="rId4"/>
    <p:sldId id="281" r:id="rId5"/>
    <p:sldId id="285" r:id="rId6"/>
    <p:sldId id="282" r:id="rId7"/>
    <p:sldId id="284" r:id="rId8"/>
  </p:sldIdLst>
  <p:sldSz cx="12192000" cy="6858000"/>
  <p:notesSz cx="7104063"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0" autoAdjust="0"/>
    <p:restoredTop sz="86410" autoAdjust="0"/>
  </p:normalViewPr>
  <p:slideViewPr>
    <p:cSldViewPr snapToGrid="0">
      <p:cViewPr varScale="1">
        <p:scale>
          <a:sx n="54" d="100"/>
          <a:sy n="54" d="100"/>
        </p:scale>
        <p:origin x="328" y="40"/>
      </p:cViewPr>
      <p:guideLst/>
    </p:cSldViewPr>
  </p:slideViewPr>
  <p:outlineViewPr>
    <p:cViewPr>
      <p:scale>
        <a:sx n="33" d="100"/>
        <a:sy n="33" d="100"/>
      </p:scale>
      <p:origin x="0" y="-1532"/>
    </p:cViewPr>
  </p:outlineViewPr>
  <p:notesTextViewPr>
    <p:cViewPr>
      <p:scale>
        <a:sx n="1" d="1"/>
        <a:sy n="1" d="1"/>
      </p:scale>
      <p:origin x="0" y="0"/>
    </p:cViewPr>
  </p:notesTextViewPr>
  <p:notesViewPr>
    <p:cSldViewPr snapToGrid="0">
      <p:cViewPr varScale="1">
        <p:scale>
          <a:sx n="41" d="100"/>
          <a:sy n="41" d="100"/>
        </p:scale>
        <p:origin x="1794" y="5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en-US"/>
          </a:p>
        </p:txBody>
      </p:sp>
      <p:sp>
        <p:nvSpPr>
          <p:cNvPr id="3" name="Date Placeholder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696C064A-D61B-4B21-B757-51A9B82445B8}" type="datetimeFigureOut">
              <a:rPr lang="en-US" smtClean="0"/>
              <a:t>5/14/2026</a:t>
            </a:fld>
            <a:endParaRPr lang="en-US"/>
          </a:p>
        </p:txBody>
      </p:sp>
      <p:sp>
        <p:nvSpPr>
          <p:cNvPr id="4" name="Footer Placeholder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en-US"/>
          </a:p>
        </p:txBody>
      </p:sp>
      <p:sp>
        <p:nvSpPr>
          <p:cNvPr id="5" name="Slide Number Placeholder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50305E07-67EA-4042-A3F6-853A8AD8D209}" type="slidenum">
              <a:rPr lang="en-US" smtClean="0"/>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BDDC6EEE-2205-491D-A949-BCE1DCA76F43}" type="datetimeFigureOut">
              <a:rPr lang="en-US" smtClean="0"/>
              <a:t>5/14/2026</a:t>
            </a:fld>
            <a:endParaRPr lang="en-US"/>
          </a:p>
        </p:txBody>
      </p:sp>
      <p:sp>
        <p:nvSpPr>
          <p:cNvPr id="4" name="Slide Image Placeholder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7CBCAC08-CEFB-4792-9162-57FF5812DC5D}" type="slidenum">
              <a:rPr lang="en-US" smtClean="0"/>
              <a:t>‹#›</a:t>
            </a:fld>
            <a:endParaRPr lang="en-US"/>
          </a:p>
        </p:txBody>
      </p:sp>
    </p:spTree>
    <p:extLst>
      <p:ext uri="{BB962C8B-B14F-4D97-AF65-F5344CB8AC3E}">
        <p14:creationId xmlns:p14="http://schemas.microsoft.com/office/powerpoint/2010/main" val="2148571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h-TH"/>
          </a:p>
        </p:txBody>
      </p:sp>
      <p:sp>
        <p:nvSpPr>
          <p:cNvPr id="4" name="Slide Number Placeholder 3"/>
          <p:cNvSpPr>
            <a:spLocks noGrp="1"/>
          </p:cNvSpPr>
          <p:nvPr>
            <p:ph type="sldNum" sz="quarter" idx="5"/>
          </p:nvPr>
        </p:nvSpPr>
        <p:spPr/>
        <p:txBody>
          <a:bodyPr/>
          <a:lstStyle/>
          <a:p>
            <a:fld id="{7CBCAC08-CEFB-4792-9162-57FF5812DC5D}" type="slidenum">
              <a:rPr lang="en-US" smtClean="0"/>
              <a:t>1</a:t>
            </a:fld>
            <a:endParaRPr lang="en-US"/>
          </a:p>
        </p:txBody>
      </p:sp>
    </p:spTree>
    <p:extLst>
      <p:ext uri="{BB962C8B-B14F-4D97-AF65-F5344CB8AC3E}">
        <p14:creationId xmlns:p14="http://schemas.microsoft.com/office/powerpoint/2010/main" val="9958681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h-TH" dirty="0"/>
          </a:p>
        </p:txBody>
      </p:sp>
      <p:sp>
        <p:nvSpPr>
          <p:cNvPr id="4" name="Slide Number Placeholder 3"/>
          <p:cNvSpPr>
            <a:spLocks noGrp="1"/>
          </p:cNvSpPr>
          <p:nvPr>
            <p:ph type="sldNum" sz="quarter" idx="5"/>
          </p:nvPr>
        </p:nvSpPr>
        <p:spPr/>
        <p:txBody>
          <a:bodyPr/>
          <a:lstStyle/>
          <a:p>
            <a:fld id="{7CBCAC08-CEFB-4792-9162-57FF5812DC5D}" type="slidenum">
              <a:rPr lang="en-US" smtClean="0"/>
              <a:t>5</a:t>
            </a:fld>
            <a:endParaRPr lang="en-US"/>
          </a:p>
        </p:txBody>
      </p:sp>
    </p:spTree>
    <p:extLst>
      <p:ext uri="{BB962C8B-B14F-4D97-AF65-F5344CB8AC3E}">
        <p14:creationId xmlns:p14="http://schemas.microsoft.com/office/powerpoint/2010/main" val="25470879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CEFR">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chorCtr="0">
            <a:normAutofit/>
          </a:bodyPr>
          <a:lstStyle>
            <a:lvl1pPr>
              <a:defRPr sz="3200">
                <a:solidFill>
                  <a:schemeClr val="accent1">
                    <a:lumMod val="75000"/>
                  </a:schemeClr>
                </a:solidFill>
                <a:latin typeface="+mn-lt"/>
              </a:defRPr>
            </a:lvl1pPr>
          </a:lstStyle>
          <a:p>
            <a:r>
              <a:rPr lang="en-US" dirty="0"/>
              <a:t>Click to edit Master title style</a:t>
            </a:r>
          </a:p>
        </p:txBody>
      </p:sp>
      <p:sp>
        <p:nvSpPr>
          <p:cNvPr id="3" name="Date Placeholder 2"/>
          <p:cNvSpPr>
            <a:spLocks noGrp="1"/>
          </p:cNvSpPr>
          <p:nvPr>
            <p:ph type="dt" sz="half" idx="10"/>
          </p:nvPr>
        </p:nvSpPr>
        <p:spPr/>
        <p:txBody>
          <a:bodyPr/>
          <a:lstStyle>
            <a:lvl1pPr>
              <a:defRPr>
                <a:solidFill>
                  <a:schemeClr val="accent1">
                    <a:lumMod val="75000"/>
                  </a:schemeClr>
                </a:solidFill>
              </a:defRPr>
            </a:lvl1pPr>
          </a:lstStyle>
          <a:p>
            <a:fld id="{485A5C71-F636-4CDE-A9B1-4367B9497445}" type="datetime1">
              <a:rPr lang="en-US" smtClean="0"/>
              <a:t>5/14/2026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dirty="0"/>
          </a:p>
        </p:txBody>
      </p:sp>
      <p:sp>
        <p:nvSpPr>
          <p:cNvPr id="8" name="Content Placeholder 7"/>
          <p:cNvSpPr>
            <a:spLocks noGrp="1"/>
          </p:cNvSpPr>
          <p:nvPr>
            <p:ph sz="quarter" idx="4" hasCustomPrompt="1"/>
          </p:nvPr>
        </p:nvSpPr>
        <p:spPr>
          <a:xfrm>
            <a:off x="4296000" y="1629000"/>
            <a:ext cx="3600000" cy="3600000"/>
          </a:xfrm>
        </p:spPr>
        <p:txBody>
          <a:bodyPr/>
          <a:lstStyle>
            <a:lvl1pPr marL="0" indent="0">
              <a:buNone/>
              <a:defRPr/>
            </a:lvl1pPr>
          </a:lstStyle>
          <a:p>
            <a:pPr lvl="0"/>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Click="0" advTm="15000"/>
    </mc:Choice>
    <mc:Fallback xmlns="">
      <p:transition spd="slow" advClick="0" advTm="15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E338FFC-C707-409B-83D3-013B1DF78D2E}" type="datetime1">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Click="0" advTm="15000"/>
    </mc:Choice>
    <mc:Fallback xmlns="">
      <p:transition spd="slow" advClick="0" advTm="15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F4D2667-F5B2-4159-ACDB-6C5E88690B54}" type="datetime1">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Click="0" advTm="15000"/>
    </mc:Choice>
    <mc:Fallback xmlns="">
      <p:transition spd="slow" advClick="0" advTm="15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A48379-ED55-48E1-B027-0463DD7000BC}" type="datetime1">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Click="0" advTm="15000"/>
    </mc:Choice>
    <mc:Fallback xmlns="">
      <p:transition spd="slow" advClick="0" advTm="15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B696006-676B-46F9-9455-7E5D87FC72EC}" type="datetime1">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Click="0" advTm="15000"/>
    </mc:Choice>
    <mc:Fallback xmlns="">
      <p:transition spd="slow" advClick="0" advTm="15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77B1FB8-D310-4F2C-B44D-3FA598D048C7}" type="datetime1">
              <a:rPr lang="en-US" smtClean="0"/>
              <a:t>5/14/2026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Click="0" advTm="15000"/>
    </mc:Choice>
    <mc:Fallback xmlns="">
      <p:transition spd="slow" advClick="0" advTm="15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9DC321-0AD4-4E60-823D-075D42EA235F}" type="datetime1">
              <a:rPr lang="en-US" smtClean="0"/>
              <a:t>5/14/2026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Click="0" advTm="15000"/>
    </mc:Choice>
    <mc:Fallback xmlns="">
      <p:transition spd="slow" advClick="0" advTm="15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88907A-D16D-4B69-9EB1-E62BB4755204}" type="datetime1">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Click="0" advTm="15000"/>
    </mc:Choice>
    <mc:Fallback xmlns="">
      <p:transition spd="slow" advClick="0" advTm="15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F6978F4-378A-41E1-B676-504100F4DA08}" type="datetime1">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Click="0" advTm="15000"/>
    </mc:Choice>
    <mc:Fallback xmlns="">
      <p:transition spd="slow" advClick="0" advTm="15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p:txBody>
          <a:bodyPr/>
          <a:lstStyle/>
          <a:p>
            <a:fld id="{C1A72E40-5D9E-4A16-92A0-FD989E5EE946}" type="datetime1">
              <a:rPr lang="en-US" smtClean="0"/>
              <a:t>5/14/2026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Click="0" advTm="15000"/>
    </mc:Choice>
    <mc:Fallback xmlns="">
      <p:transition spd="slow" advClick="0" advTm="15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893A9-3DE1-4852-964A-2FFB765CDE80}"/>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50C7642F-76F8-4FA9-839B-48A8ED0238F9}"/>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5DC569-CD4D-4C7D-976C-537C57A55AA4}"/>
              </a:ext>
            </a:extLst>
          </p:cNvPr>
          <p:cNvSpPr>
            <a:spLocks noGrp="1"/>
          </p:cNvSpPr>
          <p:nvPr>
            <p:ph type="dt" sz="half" idx="10"/>
          </p:nvPr>
        </p:nvSpPr>
        <p:spPr/>
        <p:txBody>
          <a:bodyPr/>
          <a:lstStyle/>
          <a:p>
            <a:fld id="{9F81BA42-454D-4948-AB29-F3A4BF462833}" type="datetimeFigureOut">
              <a:rPr lang="en-US" smtClean="0"/>
              <a:t>5/14/2026</a:t>
            </a:fld>
            <a:endParaRPr lang="en-US"/>
          </a:p>
        </p:txBody>
      </p:sp>
      <p:sp>
        <p:nvSpPr>
          <p:cNvPr id="5" name="Footer Placeholder 4">
            <a:extLst>
              <a:ext uri="{FF2B5EF4-FFF2-40B4-BE49-F238E27FC236}">
                <a16:creationId xmlns:a16="http://schemas.microsoft.com/office/drawing/2014/main" id="{09543D23-0347-43D9-9FC9-6C94D3BD78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AB9253-5579-4559-A690-61583B1E5727}"/>
              </a:ext>
            </a:extLst>
          </p:cNvPr>
          <p:cNvSpPr>
            <a:spLocks noGrp="1"/>
          </p:cNvSpPr>
          <p:nvPr>
            <p:ph type="sldNum" sz="quarter" idx="12"/>
          </p:nvPr>
        </p:nvSpPr>
        <p:spPr/>
        <p:txBody>
          <a:bodyPr/>
          <a:lstStyle/>
          <a:p>
            <a:fld id="{3CB5B948-320D-43FE-95F6-C988DBEE2497}" type="slidenum">
              <a:rPr lang="en-US" smtClean="0"/>
              <a:t>‹#›</a:t>
            </a:fld>
            <a:endParaRPr lang="en-US"/>
          </a:p>
        </p:txBody>
      </p:sp>
    </p:spTree>
    <p:extLst>
      <p:ext uri="{BB962C8B-B14F-4D97-AF65-F5344CB8AC3E}">
        <p14:creationId xmlns:p14="http://schemas.microsoft.com/office/powerpoint/2010/main" val="524977923"/>
      </p:ext>
    </p:extLst>
  </p:cSld>
  <p:clrMapOvr>
    <a:masterClrMapping/>
  </p:clrMapOvr>
  <mc:AlternateContent xmlns:mc="http://schemas.openxmlformats.org/markup-compatibility/2006" xmlns:p14="http://schemas.microsoft.com/office/powerpoint/2010/main">
    <mc:Choice Requires="p14">
      <p:transition spd="slow" p14:dur="2000" advClick="0" advTm="15000"/>
    </mc:Choice>
    <mc:Fallback xmlns="">
      <p:transition spd="slow" advClick="0" advTm="15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F6EDFF-04DB-4524-9B37-F439FF73295C}" type="datetime1">
              <a:rPr lang="en-US" smtClean="0"/>
              <a:t>5/14/2026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561BA9-CDCF-4958-B8AB-66F3BF063E1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4" r:id="rId1"/>
    <p:sldLayoutId id="2147483649" r:id="rId2"/>
    <p:sldLayoutId id="2147483650" r:id="rId3"/>
    <p:sldLayoutId id="2147483651" r:id="rId4"/>
    <p:sldLayoutId id="2147483652" r:id="rId5"/>
    <p:sldLayoutId id="2147483653"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2000" advClick="0" advTm="15000"/>
    </mc:Choice>
    <mc:Fallback xmlns="">
      <p:transition spd="slow" advClick="0" advTm="15000"/>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A68F9-C0F5-4029-A167-4EA005D693E7}"/>
              </a:ext>
            </a:extLst>
          </p:cNvPr>
          <p:cNvSpPr>
            <a:spLocks noGrp="1"/>
          </p:cNvSpPr>
          <p:nvPr>
            <p:ph type="title"/>
          </p:nvPr>
        </p:nvSpPr>
        <p:spPr/>
        <p:txBody>
          <a:bodyPr>
            <a:normAutofit/>
          </a:bodyPr>
          <a:lstStyle/>
          <a:p>
            <a:pPr marR="0" algn="l" rtl="0">
              <a:lnSpc>
                <a:spcPct val="100000"/>
              </a:lnSpc>
              <a:spcBef>
                <a:spcPts val="0"/>
              </a:spcBef>
              <a:spcAft>
                <a:spcPts val="0"/>
              </a:spcAft>
            </a:pPr>
            <a:r>
              <a:rPr lang="en-US" sz="2500" b="0" i="0" u="none" strike="noStrike" baseline="0" dirty="0">
                <a:solidFill>
                  <a:schemeClr val="accent1">
                    <a:lumMod val="50000"/>
                  </a:schemeClr>
                </a:solidFill>
                <a:latin typeface="+mn-lt"/>
                <a:cs typeface="Angsana New" panose="02020603050405020304" pitchFamily="18" charset="-34"/>
              </a:rPr>
              <a:t>Here’s a clear “diagram-style” breakdown for both Android and iPhone. Part 1 is to help you find the option,</a:t>
            </a:r>
            <a:r>
              <a:rPr lang="en-US" sz="2500" b="0" i="0" u="none" strike="noStrike" dirty="0">
                <a:solidFill>
                  <a:schemeClr val="accent1">
                    <a:lumMod val="50000"/>
                  </a:schemeClr>
                </a:solidFill>
                <a:latin typeface="+mn-lt"/>
                <a:cs typeface="Angsana New" panose="02020603050405020304" pitchFamily="18" charset="-34"/>
              </a:rPr>
              <a:t> </a:t>
            </a:r>
            <a:r>
              <a:rPr lang="en-US" sz="2500" b="0" i="0" u="none" strike="noStrike" baseline="0" dirty="0">
                <a:solidFill>
                  <a:schemeClr val="accent1">
                    <a:lumMod val="50000"/>
                  </a:schemeClr>
                </a:solidFill>
                <a:latin typeface="+mn-lt"/>
                <a:cs typeface="Angsana New" panose="02020603050405020304" pitchFamily="18" charset="-34"/>
              </a:rPr>
              <a:t>and Part 2 is for creating the home screen button.</a:t>
            </a:r>
          </a:p>
        </p:txBody>
      </p:sp>
      <p:pic>
        <p:nvPicPr>
          <p:cNvPr id="15" name="Content Placeholder 14">
            <a:extLst>
              <a:ext uri="{FF2B5EF4-FFF2-40B4-BE49-F238E27FC236}">
                <a16:creationId xmlns:a16="http://schemas.microsoft.com/office/drawing/2014/main" id="{8920023D-BFF6-C371-00F9-766C0FA490AF}"/>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2227613" y="1449206"/>
            <a:ext cx="2190750" cy="2190750"/>
          </a:xfrm>
        </p:spPr>
      </p:pic>
      <p:pic>
        <p:nvPicPr>
          <p:cNvPr id="17" name="Picture 16">
            <a:extLst>
              <a:ext uri="{FF2B5EF4-FFF2-40B4-BE49-F238E27FC236}">
                <a16:creationId xmlns:a16="http://schemas.microsoft.com/office/drawing/2014/main" id="{6DCC97B1-5300-5486-FD9B-6D511BA55E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86090" y="1449206"/>
            <a:ext cx="2190750" cy="2190750"/>
          </a:xfrm>
          <a:prstGeom prst="rect">
            <a:avLst/>
          </a:prstGeom>
        </p:spPr>
      </p:pic>
      <p:pic>
        <p:nvPicPr>
          <p:cNvPr id="19" name="Picture 18">
            <a:extLst>
              <a:ext uri="{FF2B5EF4-FFF2-40B4-BE49-F238E27FC236}">
                <a16:creationId xmlns:a16="http://schemas.microsoft.com/office/drawing/2014/main" id="{3E6A7F52-5513-3B3B-8081-AA531B6587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24580" y="1449206"/>
            <a:ext cx="2190750" cy="2190750"/>
          </a:xfrm>
          <a:prstGeom prst="rect">
            <a:avLst/>
          </a:prstGeom>
        </p:spPr>
      </p:pic>
      <p:pic>
        <p:nvPicPr>
          <p:cNvPr id="21" name="Picture 20">
            <a:extLst>
              <a:ext uri="{FF2B5EF4-FFF2-40B4-BE49-F238E27FC236}">
                <a16:creationId xmlns:a16="http://schemas.microsoft.com/office/drawing/2014/main" id="{E2329643-D98A-63CB-F3B9-FA127D2C559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55074" y="4166136"/>
            <a:ext cx="2190750" cy="2190750"/>
          </a:xfrm>
          <a:prstGeom prst="rect">
            <a:avLst/>
          </a:prstGeom>
        </p:spPr>
      </p:pic>
      <p:pic>
        <p:nvPicPr>
          <p:cNvPr id="23" name="Picture 22">
            <a:extLst>
              <a:ext uri="{FF2B5EF4-FFF2-40B4-BE49-F238E27FC236}">
                <a16:creationId xmlns:a16="http://schemas.microsoft.com/office/drawing/2014/main" id="{487B64CF-3668-93ED-CDAB-FA89D653DD9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96000" y="4166136"/>
            <a:ext cx="2190750" cy="2190750"/>
          </a:xfrm>
          <a:prstGeom prst="rect">
            <a:avLst/>
          </a:prstGeom>
        </p:spPr>
      </p:pic>
      <p:sp>
        <p:nvSpPr>
          <p:cNvPr id="24" name="TextBox 23">
            <a:extLst>
              <a:ext uri="{FF2B5EF4-FFF2-40B4-BE49-F238E27FC236}">
                <a16:creationId xmlns:a16="http://schemas.microsoft.com/office/drawing/2014/main" id="{0567416D-EB69-BD05-1DBC-5344B1A0D805}"/>
              </a:ext>
            </a:extLst>
          </p:cNvPr>
          <p:cNvSpPr txBox="1"/>
          <p:nvPr/>
        </p:nvSpPr>
        <p:spPr>
          <a:xfrm>
            <a:off x="2865788" y="3750749"/>
            <a:ext cx="914400" cy="369332"/>
          </a:xfrm>
          <a:prstGeom prst="rect">
            <a:avLst/>
          </a:prstGeom>
          <a:noFill/>
        </p:spPr>
        <p:txBody>
          <a:bodyPr wrap="square" rtlCol="0">
            <a:spAutoFit/>
          </a:bodyPr>
          <a:lstStyle/>
          <a:p>
            <a:r>
              <a:rPr lang="en-US" dirty="0"/>
              <a:t>M11.1</a:t>
            </a:r>
            <a:endParaRPr lang="th-TH" dirty="0"/>
          </a:p>
        </p:txBody>
      </p:sp>
      <p:sp>
        <p:nvSpPr>
          <p:cNvPr id="25" name="TextBox 24">
            <a:extLst>
              <a:ext uri="{FF2B5EF4-FFF2-40B4-BE49-F238E27FC236}">
                <a16:creationId xmlns:a16="http://schemas.microsoft.com/office/drawing/2014/main" id="{346C7584-C785-39F3-41C8-B85C948FD67E}"/>
              </a:ext>
            </a:extLst>
          </p:cNvPr>
          <p:cNvSpPr txBox="1"/>
          <p:nvPr/>
        </p:nvSpPr>
        <p:spPr>
          <a:xfrm>
            <a:off x="5523881" y="3718380"/>
            <a:ext cx="914400" cy="369332"/>
          </a:xfrm>
          <a:prstGeom prst="rect">
            <a:avLst/>
          </a:prstGeom>
          <a:noFill/>
        </p:spPr>
        <p:txBody>
          <a:bodyPr wrap="square" rtlCol="0">
            <a:spAutoFit/>
          </a:bodyPr>
          <a:lstStyle/>
          <a:p>
            <a:r>
              <a:rPr lang="en-US" dirty="0"/>
              <a:t>M13.2</a:t>
            </a:r>
            <a:endParaRPr lang="th-TH" dirty="0"/>
          </a:p>
        </p:txBody>
      </p:sp>
      <p:sp>
        <p:nvSpPr>
          <p:cNvPr id="26" name="TextBox 25">
            <a:extLst>
              <a:ext uri="{FF2B5EF4-FFF2-40B4-BE49-F238E27FC236}">
                <a16:creationId xmlns:a16="http://schemas.microsoft.com/office/drawing/2014/main" id="{0817EC6A-E923-9F25-3E1E-34510F6A0953}"/>
              </a:ext>
            </a:extLst>
          </p:cNvPr>
          <p:cNvSpPr txBox="1"/>
          <p:nvPr/>
        </p:nvSpPr>
        <p:spPr>
          <a:xfrm>
            <a:off x="7962755" y="3718380"/>
            <a:ext cx="914400" cy="369332"/>
          </a:xfrm>
          <a:prstGeom prst="rect">
            <a:avLst/>
          </a:prstGeom>
          <a:noFill/>
        </p:spPr>
        <p:txBody>
          <a:bodyPr wrap="square" rtlCol="0">
            <a:spAutoFit/>
          </a:bodyPr>
          <a:lstStyle/>
          <a:p>
            <a:r>
              <a:rPr lang="en-US" dirty="0"/>
              <a:t>M14.1</a:t>
            </a:r>
            <a:endParaRPr lang="th-TH" dirty="0"/>
          </a:p>
        </p:txBody>
      </p:sp>
      <p:sp>
        <p:nvSpPr>
          <p:cNvPr id="27" name="TextBox 26">
            <a:extLst>
              <a:ext uri="{FF2B5EF4-FFF2-40B4-BE49-F238E27FC236}">
                <a16:creationId xmlns:a16="http://schemas.microsoft.com/office/drawing/2014/main" id="{CDDD02A1-6913-BA1D-8A52-38A342D67250}"/>
              </a:ext>
            </a:extLst>
          </p:cNvPr>
          <p:cNvSpPr txBox="1"/>
          <p:nvPr/>
        </p:nvSpPr>
        <p:spPr>
          <a:xfrm>
            <a:off x="4328890" y="6439062"/>
            <a:ext cx="914400" cy="369332"/>
          </a:xfrm>
          <a:prstGeom prst="rect">
            <a:avLst/>
          </a:prstGeom>
          <a:noFill/>
        </p:spPr>
        <p:txBody>
          <a:bodyPr wrap="square" rtlCol="0">
            <a:spAutoFit/>
          </a:bodyPr>
          <a:lstStyle/>
          <a:p>
            <a:r>
              <a:rPr lang="en-US" dirty="0"/>
              <a:t>M15.3</a:t>
            </a:r>
            <a:endParaRPr lang="th-TH" dirty="0"/>
          </a:p>
        </p:txBody>
      </p:sp>
      <p:sp>
        <p:nvSpPr>
          <p:cNvPr id="28" name="TextBox 27">
            <a:extLst>
              <a:ext uri="{FF2B5EF4-FFF2-40B4-BE49-F238E27FC236}">
                <a16:creationId xmlns:a16="http://schemas.microsoft.com/office/drawing/2014/main" id="{890B36EE-67E1-66CE-B47C-4BD369CAFD8E}"/>
              </a:ext>
            </a:extLst>
          </p:cNvPr>
          <p:cNvSpPr txBox="1"/>
          <p:nvPr/>
        </p:nvSpPr>
        <p:spPr>
          <a:xfrm>
            <a:off x="6867380" y="6439062"/>
            <a:ext cx="914400" cy="369332"/>
          </a:xfrm>
          <a:prstGeom prst="rect">
            <a:avLst/>
          </a:prstGeom>
          <a:noFill/>
        </p:spPr>
        <p:txBody>
          <a:bodyPr wrap="square" rtlCol="0">
            <a:spAutoFit/>
          </a:bodyPr>
          <a:lstStyle/>
          <a:p>
            <a:r>
              <a:rPr lang="en-US" dirty="0"/>
              <a:t>M16.2</a:t>
            </a:r>
            <a:endParaRPr lang="th-TH" dirty="0"/>
          </a:p>
        </p:txBody>
      </p:sp>
    </p:spTree>
    <p:extLst>
      <p:ext uri="{BB962C8B-B14F-4D97-AF65-F5344CB8AC3E}">
        <p14:creationId xmlns:p14="http://schemas.microsoft.com/office/powerpoint/2010/main" val="1004610279"/>
      </p:ext>
    </p:extLst>
  </p:cSld>
  <p:clrMapOvr>
    <a:masterClrMapping/>
  </p:clrMapOvr>
  <mc:AlternateContent xmlns:mc="http://schemas.openxmlformats.org/markup-compatibility/2006" xmlns:p14="http://schemas.microsoft.com/office/powerpoint/2010/main">
    <mc:Choice Requires="p14">
      <p:transition spd="slow" p14:dur="2000" advClick="0" advTm="15000"/>
    </mc:Choice>
    <mc:Fallback xmlns="">
      <p:transition spd="slow" advClick="0" advTm="15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5D727-397C-4139-8E6A-C3A85FE6AB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17779-62D2-5762-367C-92CC09E1EA40}"/>
              </a:ext>
            </a:extLst>
          </p:cNvPr>
          <p:cNvSpPr>
            <a:spLocks noGrp="1"/>
          </p:cNvSpPr>
          <p:nvPr>
            <p:ph type="title"/>
          </p:nvPr>
        </p:nvSpPr>
        <p:spPr/>
        <p:txBody>
          <a:bodyPr>
            <a:normAutofit/>
          </a:bodyPr>
          <a:lstStyle/>
          <a:p>
            <a:pPr marR="0" algn="l" rtl="0">
              <a:lnSpc>
                <a:spcPct val="100000"/>
              </a:lnSpc>
              <a:spcBef>
                <a:spcPts val="0"/>
              </a:spcBef>
              <a:spcAft>
                <a:spcPts val="0"/>
              </a:spcAft>
            </a:pPr>
            <a:r>
              <a:rPr lang="en-US" sz="2500" b="0" i="0" u="none" strike="noStrike" baseline="0" dirty="0">
                <a:solidFill>
                  <a:schemeClr val="accent1">
                    <a:lumMod val="50000"/>
                  </a:schemeClr>
                </a:solidFill>
                <a:latin typeface="+mn-lt"/>
                <a:cs typeface="Angsana New" panose="02020603050405020304" pitchFamily="18" charset="-34"/>
              </a:rPr>
              <a:t>Here’s a clear “diagram-style” breakdown for both Android and iPhone. Part 1 is to help you find the option,</a:t>
            </a:r>
            <a:r>
              <a:rPr lang="en-US" sz="2500" b="0" i="0" u="none" strike="noStrike" dirty="0">
                <a:solidFill>
                  <a:schemeClr val="accent1">
                    <a:lumMod val="50000"/>
                  </a:schemeClr>
                </a:solidFill>
                <a:latin typeface="+mn-lt"/>
                <a:cs typeface="Angsana New" panose="02020603050405020304" pitchFamily="18" charset="-34"/>
              </a:rPr>
              <a:t> </a:t>
            </a:r>
            <a:r>
              <a:rPr lang="en-US" sz="2500" b="0" i="0" u="none" strike="noStrike" baseline="0" dirty="0">
                <a:solidFill>
                  <a:schemeClr val="accent1">
                    <a:lumMod val="50000"/>
                  </a:schemeClr>
                </a:solidFill>
                <a:latin typeface="+mn-lt"/>
                <a:cs typeface="Angsana New" panose="02020603050405020304" pitchFamily="18" charset="-34"/>
              </a:rPr>
              <a:t>and Part 2 is for creating the home screen button.</a:t>
            </a:r>
          </a:p>
        </p:txBody>
      </p:sp>
      <p:sp>
        <p:nvSpPr>
          <p:cNvPr id="3" name="Content Placeholder 2">
            <a:extLst>
              <a:ext uri="{FF2B5EF4-FFF2-40B4-BE49-F238E27FC236}">
                <a16:creationId xmlns:a16="http://schemas.microsoft.com/office/drawing/2014/main" id="{0E665543-6742-5440-988C-8627E920C9F3}"/>
              </a:ext>
            </a:extLst>
          </p:cNvPr>
          <p:cNvSpPr>
            <a:spLocks noGrp="1"/>
          </p:cNvSpPr>
          <p:nvPr>
            <p:ph sz="quarter" idx="4"/>
          </p:nvPr>
        </p:nvSpPr>
        <p:spPr/>
        <p:txBody>
          <a:bodyPr/>
          <a:lstStyle/>
          <a:p>
            <a:endParaRPr lang="th-TH"/>
          </a:p>
        </p:txBody>
      </p:sp>
      <p:pic>
        <p:nvPicPr>
          <p:cNvPr id="1026" name="Picture 2" descr="Android vs iOS: Which mobile OS is ...">
            <a:extLst>
              <a:ext uri="{FF2B5EF4-FFF2-40B4-BE49-F238E27FC236}">
                <a16:creationId xmlns:a16="http://schemas.microsoft.com/office/drawing/2014/main" id="{11B8B099-D235-860D-C604-B726A0B505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6023" y="1995777"/>
            <a:ext cx="6899955" cy="386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2085275"/>
      </p:ext>
    </p:extLst>
  </p:cSld>
  <p:clrMapOvr>
    <a:masterClrMapping/>
  </p:clrMapOvr>
  <mc:AlternateContent xmlns:mc="http://schemas.openxmlformats.org/markup-compatibility/2006">
    <mc:Choice xmlns:p14="http://schemas.microsoft.com/office/powerpoint/2010/main" Requires="p14">
      <p:transition spd="slow" p14:dur="2000" advClick="0" advTm="15000"/>
    </mc:Choice>
    <mc:Fallback>
      <p:transition spd="slow" advClick="0" advTm="15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D6130-15AB-4A2E-058A-4F3D2BF624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4FA2A9-8BCC-5AC8-ABA2-9F092F65A70B}"/>
              </a:ext>
            </a:extLst>
          </p:cNvPr>
          <p:cNvSpPr>
            <a:spLocks noGrp="1"/>
          </p:cNvSpPr>
          <p:nvPr>
            <p:ph type="title"/>
          </p:nvPr>
        </p:nvSpPr>
        <p:spPr/>
        <p:txBody>
          <a:bodyPr>
            <a:normAutofit/>
          </a:bodyPr>
          <a:lstStyle/>
          <a:p>
            <a:pPr marR="0" algn="l" rtl="0">
              <a:lnSpc>
                <a:spcPct val="100000"/>
              </a:lnSpc>
              <a:spcBef>
                <a:spcPts val="0"/>
              </a:spcBef>
              <a:spcAft>
                <a:spcPts val="0"/>
              </a:spcAft>
            </a:pPr>
            <a:r>
              <a:rPr lang="en-US" sz="2500" b="0" i="0" u="none" strike="noStrike" baseline="0" dirty="0">
                <a:solidFill>
                  <a:schemeClr val="accent1">
                    <a:lumMod val="50000"/>
                  </a:schemeClr>
                </a:solidFill>
                <a:latin typeface="+mn-lt"/>
                <a:cs typeface="Angsana New" panose="02020603050405020304" pitchFamily="18" charset="-34"/>
              </a:rPr>
              <a:t>Here’s a clear “diagram-style” breakdown for both Android and iPhone. Part 1 is to help you find the option,</a:t>
            </a:r>
            <a:r>
              <a:rPr lang="en-US" sz="2500" b="0" i="0" u="none" strike="noStrike" dirty="0">
                <a:solidFill>
                  <a:schemeClr val="accent1">
                    <a:lumMod val="50000"/>
                  </a:schemeClr>
                </a:solidFill>
                <a:latin typeface="+mn-lt"/>
                <a:cs typeface="Angsana New" panose="02020603050405020304" pitchFamily="18" charset="-34"/>
              </a:rPr>
              <a:t> </a:t>
            </a:r>
            <a:r>
              <a:rPr lang="en-US" sz="2500" b="0" i="0" u="none" strike="noStrike" baseline="0" dirty="0">
                <a:solidFill>
                  <a:schemeClr val="accent1">
                    <a:lumMod val="50000"/>
                  </a:schemeClr>
                </a:solidFill>
                <a:latin typeface="+mn-lt"/>
                <a:cs typeface="Angsana New" panose="02020603050405020304" pitchFamily="18" charset="-34"/>
              </a:rPr>
              <a:t>and Part 2 is for creating the home screen button.</a:t>
            </a:r>
          </a:p>
        </p:txBody>
      </p:sp>
      <p:sp>
        <p:nvSpPr>
          <p:cNvPr id="3" name="Content Placeholder 2">
            <a:extLst>
              <a:ext uri="{FF2B5EF4-FFF2-40B4-BE49-F238E27FC236}">
                <a16:creationId xmlns:a16="http://schemas.microsoft.com/office/drawing/2014/main" id="{97093B7B-18DD-F412-6CC9-2A83EE1B79DA}"/>
              </a:ext>
            </a:extLst>
          </p:cNvPr>
          <p:cNvSpPr>
            <a:spLocks noGrp="1"/>
          </p:cNvSpPr>
          <p:nvPr>
            <p:ph sz="quarter" idx="4"/>
          </p:nvPr>
        </p:nvSpPr>
        <p:spPr/>
        <p:txBody>
          <a:bodyPr/>
          <a:lstStyle/>
          <a:p>
            <a:endParaRPr lang="th-TH"/>
          </a:p>
        </p:txBody>
      </p:sp>
      <p:pic>
        <p:nvPicPr>
          <p:cNvPr id="1026" name="Picture 2" descr="Android vs iOS: Which mobile OS is ...">
            <a:extLst>
              <a:ext uri="{FF2B5EF4-FFF2-40B4-BE49-F238E27FC236}">
                <a16:creationId xmlns:a16="http://schemas.microsoft.com/office/drawing/2014/main" id="{C6800453-DDD4-5E53-047C-0188538A32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6023" y="1995777"/>
            <a:ext cx="6899955" cy="386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4627891"/>
      </p:ext>
    </p:extLst>
  </p:cSld>
  <p:clrMapOvr>
    <a:masterClrMapping/>
  </p:clrMapOvr>
  <mc:AlternateContent xmlns:mc="http://schemas.openxmlformats.org/markup-compatibility/2006">
    <mc:Choice xmlns:p14="http://schemas.microsoft.com/office/powerpoint/2010/main" Requires="p14">
      <p:transition spd="slow" p14:dur="2000" advClick="0" advTm="15000"/>
    </mc:Choice>
    <mc:Fallback>
      <p:transition spd="slow" advClick="0" advTm="15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84505-1F88-C87A-37F9-638BAA1A0E9F}"/>
              </a:ext>
            </a:extLst>
          </p:cNvPr>
          <p:cNvSpPr>
            <a:spLocks noGrp="1"/>
          </p:cNvSpPr>
          <p:nvPr>
            <p:ph type="title"/>
          </p:nvPr>
        </p:nvSpPr>
        <p:spPr/>
        <p:txBody>
          <a:bodyPr anchor="t" anchorCtr="0">
            <a:normAutofit fontScale="90000"/>
          </a:bodyPr>
          <a:lstStyle/>
          <a:p>
            <a:pPr marR="0" algn="l" rtl="0">
              <a:lnSpc>
                <a:spcPct val="100000"/>
              </a:lnSpc>
              <a:spcBef>
                <a:spcPts val="0"/>
              </a:spcBef>
              <a:spcAft>
                <a:spcPts val="0"/>
              </a:spcAft>
            </a:pPr>
            <a:r>
              <a:rPr lang="en-US" sz="2500" b="1" i="0" u="none" strike="noStrike" baseline="0" dirty="0">
                <a:solidFill>
                  <a:schemeClr val="accent1">
                    <a:lumMod val="50000"/>
                  </a:schemeClr>
                </a:solidFill>
                <a:latin typeface="+mn-lt"/>
                <a:cs typeface="Angsana New" panose="02020603050405020304" pitchFamily="18" charset="-34"/>
              </a:rPr>
              <a:t>ANDROID (Chrome)</a:t>
            </a:r>
            <a:br>
              <a:rPr lang="en-US" sz="2500" b="0" i="0" u="none" strike="noStrike" baseline="0" dirty="0">
                <a:solidFill>
                  <a:schemeClr val="accent1">
                    <a:lumMod val="50000"/>
                  </a:schemeClr>
                </a:solidFill>
                <a:latin typeface="+mn-lt"/>
                <a:cs typeface="Angsana New" panose="02020603050405020304" pitchFamily="18" charset="-34"/>
              </a:rPr>
            </a:br>
            <a:br>
              <a:rPr lang="en-US" sz="2500" b="0" i="0" u="none" strike="noStrike" baseline="0" dirty="0">
                <a:solidFill>
                  <a:schemeClr val="accent1">
                    <a:lumMod val="50000"/>
                  </a:schemeClr>
                </a:solidFill>
                <a:latin typeface="+mn-lt"/>
                <a:cs typeface="Angsana New" panose="02020603050405020304" pitchFamily="18" charset="-34"/>
              </a:rPr>
            </a:br>
            <a:r>
              <a:rPr lang="en-US" sz="2500" b="1" i="0" u="none" strike="noStrike" baseline="0" dirty="0">
                <a:solidFill>
                  <a:schemeClr val="accent1">
                    <a:lumMod val="50000"/>
                  </a:schemeClr>
                </a:solidFill>
                <a:latin typeface="+mn-lt"/>
                <a:cs typeface="Angsana New" panose="02020603050405020304" pitchFamily="18" charset="-34"/>
              </a:rPr>
              <a:t>Part 1: Open the website menu</a:t>
            </a:r>
            <a:br>
              <a:rPr lang="en-US" sz="2500" b="0" i="0" u="none" strike="noStrike" baseline="0" dirty="0">
                <a:solidFill>
                  <a:schemeClr val="accent1">
                    <a:lumMod val="50000"/>
                  </a:schemeClr>
                </a:solidFill>
                <a:latin typeface="+mn-lt"/>
                <a:cs typeface="Angsana New" panose="02020603050405020304" pitchFamily="18" charset="-34"/>
              </a:rPr>
            </a:br>
            <a:endParaRPr lang="en-US" sz="2500" b="0" i="0" u="none" strike="noStrike" baseline="0" dirty="0">
              <a:solidFill>
                <a:schemeClr val="accent1">
                  <a:lumMod val="50000"/>
                </a:schemeClr>
              </a:solidFill>
              <a:latin typeface="+mn-lt"/>
              <a:cs typeface="Angsana New" panose="02020603050405020304" pitchFamily="18" charset="-34"/>
            </a:endParaRPr>
          </a:p>
          <a:p>
            <a:pPr marR="0" algn="l" rtl="0">
              <a:lnSpc>
                <a:spcPct val="100000"/>
              </a:lnSpc>
              <a:spcBef>
                <a:spcPts val="0"/>
              </a:spcBef>
              <a:spcAft>
                <a:spcPts val="0"/>
              </a:spcAft>
            </a:pPr>
            <a:r>
              <a:rPr lang="en-US" sz="2500" b="0" i="0" u="none" strike="noStrike" baseline="0" dirty="0">
                <a:solidFill>
                  <a:schemeClr val="accent1">
                    <a:lumMod val="50000"/>
                  </a:schemeClr>
                </a:solidFill>
                <a:latin typeface="+mn-lt"/>
                <a:cs typeface="Angsana New" panose="02020603050405020304" pitchFamily="18" charset="-34"/>
              </a:rPr>
              <a:t>1. Open Google Chrome</a:t>
            </a:r>
          </a:p>
          <a:p>
            <a:pPr marR="0" algn="l" rtl="0">
              <a:lnSpc>
                <a:spcPct val="100000"/>
              </a:lnSpc>
              <a:spcBef>
                <a:spcPts val="0"/>
              </a:spcBef>
              <a:spcAft>
                <a:spcPts val="0"/>
              </a:spcAft>
            </a:pPr>
            <a:br>
              <a:rPr lang="en-US" sz="2500" b="0" i="0" u="none" strike="noStrike" baseline="0" dirty="0">
                <a:solidFill>
                  <a:schemeClr val="accent1">
                    <a:lumMod val="50000"/>
                  </a:schemeClr>
                </a:solidFill>
                <a:latin typeface="+mn-lt"/>
                <a:cs typeface="Angsana New" panose="02020603050405020304" pitchFamily="18" charset="-34"/>
              </a:rPr>
            </a:br>
            <a:r>
              <a:rPr lang="en-US" sz="2500" b="0" i="0" u="none" strike="noStrike" baseline="0" dirty="0">
                <a:solidFill>
                  <a:schemeClr val="accent1">
                    <a:lumMod val="50000"/>
                  </a:schemeClr>
                </a:solidFill>
                <a:latin typeface="+mn-lt"/>
                <a:cs typeface="Angsana New" panose="02020603050405020304" pitchFamily="18" charset="-34"/>
              </a:rPr>
              <a:t>2. Go to the website you want</a:t>
            </a:r>
          </a:p>
          <a:p>
            <a:pPr lvl="0" algn="l">
              <a:lnSpc>
                <a:spcPct val="100000"/>
              </a:lnSpc>
              <a:spcBef>
                <a:spcPts val="0"/>
              </a:spcBef>
              <a:spcAft>
                <a:spcPts val="0"/>
              </a:spcAft>
            </a:pPr>
            <a:br>
              <a:rPr lang="en-US" sz="2500" b="0" i="0" u="none" strike="noStrike" baseline="0" dirty="0">
                <a:solidFill>
                  <a:schemeClr val="accent1">
                    <a:lumMod val="50000"/>
                  </a:schemeClr>
                </a:solidFill>
                <a:latin typeface="+mn-lt"/>
                <a:cs typeface="Angsana New" panose="02020603050405020304" pitchFamily="18" charset="-34"/>
              </a:rPr>
            </a:br>
            <a:r>
              <a:rPr lang="en-US" sz="2500" b="0" i="0" u="none" strike="noStrike" baseline="0" dirty="0">
                <a:solidFill>
                  <a:schemeClr val="accent1">
                    <a:lumMod val="50000"/>
                  </a:schemeClr>
                </a:solidFill>
                <a:latin typeface="+mn-lt"/>
                <a:cs typeface="Angsana New" panose="02020603050405020304" pitchFamily="18" charset="-34"/>
              </a:rPr>
              <a:t>3. Tap the 3 dots (⋮) menu in the top-right corner</a:t>
            </a:r>
            <a:endParaRPr lang="th-TH" sz="2500" dirty="0">
              <a:solidFill>
                <a:schemeClr val="accent1">
                  <a:lumMod val="50000"/>
                </a:schemeClr>
              </a:solidFill>
              <a:latin typeface="+mn-lt"/>
            </a:endParaRPr>
          </a:p>
        </p:txBody>
      </p:sp>
      <p:sp>
        <p:nvSpPr>
          <p:cNvPr id="4" name="Slide Number Placeholder 3">
            <a:extLst>
              <a:ext uri="{FF2B5EF4-FFF2-40B4-BE49-F238E27FC236}">
                <a16:creationId xmlns:a16="http://schemas.microsoft.com/office/drawing/2014/main" id="{94B3CDC9-EC7D-5D97-4CB3-81E6C1508479}"/>
              </a:ext>
            </a:extLst>
          </p:cNvPr>
          <p:cNvSpPr>
            <a:spLocks noGrp="1"/>
          </p:cNvSpPr>
          <p:nvPr>
            <p:ph type="sldNum" sz="quarter" idx="12"/>
          </p:nvPr>
        </p:nvSpPr>
        <p:spPr/>
        <p:txBody>
          <a:bodyPr/>
          <a:lstStyle/>
          <a:p>
            <a:fld id="{B3561BA9-CDCF-4958-B8AB-66F3BF063E13}" type="slidenum">
              <a:rPr lang="en-US" smtClean="0"/>
              <a:t>4</a:t>
            </a:fld>
            <a:endParaRPr lang="en-US"/>
          </a:p>
        </p:txBody>
      </p:sp>
      <p:sp>
        <p:nvSpPr>
          <p:cNvPr id="5" name="Content Placeholder 4">
            <a:extLst>
              <a:ext uri="{FF2B5EF4-FFF2-40B4-BE49-F238E27FC236}">
                <a16:creationId xmlns:a16="http://schemas.microsoft.com/office/drawing/2014/main" id="{F5CB87AE-FF52-2236-F049-245E8CD3FDB8}"/>
              </a:ext>
            </a:extLst>
          </p:cNvPr>
          <p:cNvSpPr>
            <a:spLocks noGrp="1"/>
          </p:cNvSpPr>
          <p:nvPr>
            <p:ph sz="quarter" idx="4"/>
          </p:nvPr>
        </p:nvSpPr>
        <p:spPr/>
        <p:txBody>
          <a:bodyPr/>
          <a:lstStyle/>
          <a:p>
            <a:endParaRPr lang="th-TH"/>
          </a:p>
        </p:txBody>
      </p:sp>
      <p:pic>
        <p:nvPicPr>
          <p:cNvPr id="6" name="Picture 5">
            <a:extLst>
              <a:ext uri="{FF2B5EF4-FFF2-40B4-BE49-F238E27FC236}">
                <a16:creationId xmlns:a16="http://schemas.microsoft.com/office/drawing/2014/main" id="{B784D299-74C3-5073-EEB6-EA4B4375A57A}"/>
              </a:ext>
            </a:extLst>
          </p:cNvPr>
          <p:cNvPicPr>
            <a:picLocks noChangeAspect="1"/>
          </p:cNvPicPr>
          <p:nvPr/>
        </p:nvPicPr>
        <p:blipFill>
          <a:blip r:embed="rId2">
            <a:extLst>
              <a:ext uri="{28A0092B-C50C-407E-A947-70E740481C1C}">
                <a14:useLocalDpi xmlns:a14="http://schemas.microsoft.com/office/drawing/2010/main" val="0"/>
              </a:ext>
            </a:extLst>
          </a:blip>
          <a:srcRect r="50864"/>
          <a:stretch>
            <a:fillRect/>
          </a:stretch>
        </p:blipFill>
        <p:spPr bwMode="auto">
          <a:xfrm>
            <a:off x="7896000" y="231775"/>
            <a:ext cx="2627146" cy="6489700"/>
          </a:xfrm>
          <a:prstGeom prst="rect">
            <a:avLst/>
          </a:prstGeom>
          <a:noFill/>
          <a:ln>
            <a:noFill/>
          </a:ln>
        </p:spPr>
      </p:pic>
    </p:spTree>
    <p:extLst>
      <p:ext uri="{BB962C8B-B14F-4D97-AF65-F5344CB8AC3E}">
        <p14:creationId xmlns:p14="http://schemas.microsoft.com/office/powerpoint/2010/main" val="4148961582"/>
      </p:ext>
    </p:extLst>
  </p:cSld>
  <p:clrMapOvr>
    <a:masterClrMapping/>
  </p:clrMapOvr>
  <mc:AlternateContent xmlns:mc="http://schemas.openxmlformats.org/markup-compatibility/2006" xmlns:p14="http://schemas.microsoft.com/office/powerpoint/2010/main">
    <mc:Choice Requires="p14">
      <p:transition spd="slow" p14:dur="2000" advClick="0" advTm="15000"/>
    </mc:Choice>
    <mc:Fallback xmlns="">
      <p:transition spd="slow" advClick="0" advTm="15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4DFBA-0412-47E3-C452-404E9A915DFC}"/>
              </a:ext>
            </a:extLst>
          </p:cNvPr>
          <p:cNvSpPr>
            <a:spLocks noGrp="1"/>
          </p:cNvSpPr>
          <p:nvPr>
            <p:ph type="title"/>
          </p:nvPr>
        </p:nvSpPr>
        <p:spPr/>
        <p:txBody>
          <a:bodyPr>
            <a:normAutofit fontScale="90000"/>
          </a:bodyPr>
          <a:lstStyle/>
          <a:p>
            <a:pPr lvl="0" algn="l">
              <a:lnSpc>
                <a:spcPct val="100000"/>
              </a:lnSpc>
              <a:spcBef>
                <a:spcPts val="0"/>
              </a:spcBef>
              <a:spcAft>
                <a:spcPts val="0"/>
              </a:spcAft>
            </a:pPr>
            <a:r>
              <a:rPr lang="en-US" sz="2500" b="1" i="0" u="none" strike="noStrike" baseline="0" dirty="0">
                <a:solidFill>
                  <a:schemeClr val="accent1">
                    <a:lumMod val="50000"/>
                  </a:schemeClr>
                </a:solidFill>
                <a:latin typeface="+mn-lt"/>
                <a:cs typeface="Angsana New" panose="02020603050405020304" pitchFamily="18" charset="-34"/>
              </a:rPr>
              <a:t>Part 2: Add to Home Screen</a:t>
            </a:r>
            <a:br>
              <a:rPr lang="en-US" sz="2500" b="0" i="0" u="none" strike="noStrike" baseline="0" dirty="0">
                <a:solidFill>
                  <a:schemeClr val="accent1">
                    <a:lumMod val="50000"/>
                  </a:schemeClr>
                </a:solidFill>
                <a:latin typeface="+mn-lt"/>
                <a:cs typeface="Angsana New" panose="02020603050405020304" pitchFamily="18" charset="-34"/>
              </a:rPr>
            </a:br>
            <a:br>
              <a:rPr lang="en-US" sz="2500" b="0" i="0" u="none" strike="noStrike" baseline="0" dirty="0">
                <a:solidFill>
                  <a:schemeClr val="accent1">
                    <a:lumMod val="50000"/>
                  </a:schemeClr>
                </a:solidFill>
                <a:latin typeface="+mn-lt"/>
                <a:cs typeface="Angsana New" panose="02020603050405020304" pitchFamily="18" charset="-34"/>
              </a:rPr>
            </a:br>
            <a:r>
              <a:rPr lang="en-US" sz="2500" b="0" i="0" u="none" strike="noStrike" baseline="0" dirty="0">
                <a:solidFill>
                  <a:schemeClr val="accent1">
                    <a:lumMod val="50000"/>
                  </a:schemeClr>
                </a:solidFill>
                <a:latin typeface="+mn-lt"/>
                <a:cs typeface="Angsana New" panose="02020603050405020304" pitchFamily="18" charset="-34"/>
              </a:rPr>
              <a:t>1. </a:t>
            </a:r>
            <a:r>
              <a:rPr lang="en-US" sz="2500" kern="1200" dirty="0">
                <a:solidFill>
                  <a:schemeClr val="accent1">
                    <a:lumMod val="50000"/>
                  </a:schemeClr>
                </a:solidFill>
                <a:effectLst/>
                <a:latin typeface="+mn-lt"/>
                <a:ea typeface="+mj-ea"/>
                <a:cs typeface="+mj-cs"/>
              </a:rPr>
              <a:t>Tap </a:t>
            </a:r>
            <a:r>
              <a:rPr lang="en-US" sz="2500" b="1" kern="1200" dirty="0">
                <a:solidFill>
                  <a:schemeClr val="accent1">
                    <a:lumMod val="50000"/>
                  </a:schemeClr>
                </a:solidFill>
                <a:effectLst/>
                <a:latin typeface="+mn-lt"/>
                <a:ea typeface="+mj-ea"/>
                <a:cs typeface="+mj-cs"/>
              </a:rPr>
              <a:t>“Add to Home screen</a:t>
            </a:r>
            <a:br>
              <a:rPr lang="en-US" sz="2500" b="1" kern="1200" dirty="0">
                <a:solidFill>
                  <a:schemeClr val="accent1">
                    <a:lumMod val="50000"/>
                  </a:schemeClr>
                </a:solidFill>
                <a:effectLst/>
                <a:latin typeface="+mn-lt"/>
                <a:ea typeface="+mj-ea"/>
                <a:cs typeface="+mj-cs"/>
              </a:rPr>
            </a:br>
            <a:br>
              <a:rPr lang="en-US" sz="2500" b="1" kern="1200" dirty="0">
                <a:solidFill>
                  <a:schemeClr val="accent1">
                    <a:lumMod val="50000"/>
                  </a:schemeClr>
                </a:solidFill>
                <a:effectLst/>
                <a:latin typeface="+mn-lt"/>
                <a:ea typeface="+mj-ea"/>
                <a:cs typeface="+mj-cs"/>
              </a:rPr>
            </a:br>
            <a:r>
              <a:rPr lang="en-US" sz="2500" kern="1200" dirty="0">
                <a:solidFill>
                  <a:schemeClr val="accent1">
                    <a:lumMod val="50000"/>
                  </a:schemeClr>
                </a:solidFill>
                <a:effectLst/>
                <a:latin typeface="+mn-lt"/>
                <a:ea typeface="+mj-ea"/>
                <a:cs typeface="+mj-cs"/>
              </a:rPr>
              <a:t>2. (Optional) Edit the name</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sz="2500" kern="1200" dirty="0">
                <a:solidFill>
                  <a:schemeClr val="accent1">
                    <a:lumMod val="50000"/>
                  </a:schemeClr>
                </a:solidFill>
                <a:effectLst/>
                <a:latin typeface="+mn-lt"/>
                <a:ea typeface="+mj-ea"/>
                <a:cs typeface="+mj-cs"/>
              </a:rPr>
            </a:br>
            <a:r>
              <a:rPr lang="en-US" sz="2500" kern="1200" dirty="0">
                <a:solidFill>
                  <a:schemeClr val="accent1">
                    <a:lumMod val="50000"/>
                  </a:schemeClr>
                </a:solidFill>
                <a:effectLst/>
                <a:latin typeface="+mn-lt"/>
                <a:ea typeface="+mj-ea"/>
                <a:cs typeface="+mj-cs"/>
              </a:rPr>
              <a:t>3. Tap </a:t>
            </a:r>
            <a:r>
              <a:rPr lang="en-US" sz="2500" b="1" kern="1200" dirty="0">
                <a:solidFill>
                  <a:schemeClr val="accent1">
                    <a:lumMod val="50000"/>
                  </a:schemeClr>
                </a:solidFill>
                <a:effectLst/>
                <a:latin typeface="+mn-lt"/>
                <a:ea typeface="+mj-ea"/>
                <a:cs typeface="+mj-cs"/>
              </a:rPr>
              <a:t>Add</a:t>
            </a:r>
            <a:br>
              <a:rPr lang="en-US" sz="2500" b="1" kern="1200" dirty="0">
                <a:solidFill>
                  <a:schemeClr val="accent1">
                    <a:lumMod val="50000"/>
                  </a:schemeClr>
                </a:solidFill>
                <a:effectLst/>
                <a:latin typeface="+mn-lt"/>
                <a:ea typeface="+mj-ea"/>
                <a:cs typeface="+mj-cs"/>
              </a:rPr>
            </a:br>
            <a:br>
              <a:rPr lang="en-US" sz="2500" b="1" kern="1200" dirty="0">
                <a:solidFill>
                  <a:schemeClr val="accent1">
                    <a:lumMod val="50000"/>
                  </a:schemeClr>
                </a:solidFill>
                <a:effectLst/>
                <a:latin typeface="+mn-lt"/>
                <a:ea typeface="+mj-ea"/>
                <a:cs typeface="+mj-cs"/>
              </a:rPr>
            </a:br>
            <a:r>
              <a:rPr lang="en-US" sz="2500" dirty="0">
                <a:solidFill>
                  <a:schemeClr val="accent1">
                    <a:lumMod val="50000"/>
                  </a:schemeClr>
                </a:solidFill>
                <a:latin typeface="+mn-lt"/>
              </a:rPr>
              <a:t>4</a:t>
            </a:r>
            <a:r>
              <a:rPr lang="en-US" sz="2500" kern="1200" dirty="0">
                <a:solidFill>
                  <a:schemeClr val="accent1">
                    <a:lumMod val="50000"/>
                  </a:schemeClr>
                </a:solidFill>
                <a:effectLst/>
                <a:latin typeface="+mn-lt"/>
                <a:ea typeface="+mj-ea"/>
                <a:cs typeface="+mj-cs"/>
              </a:rPr>
              <a:t>. The website icon now</a:t>
            </a:r>
            <a:br>
              <a:rPr lang="en-US" sz="2500" kern="1200" dirty="0">
                <a:solidFill>
                  <a:schemeClr val="accent1">
                    <a:lumMod val="50000"/>
                  </a:schemeClr>
                </a:solidFill>
                <a:effectLst/>
                <a:latin typeface="+mn-lt"/>
                <a:ea typeface="+mj-ea"/>
                <a:cs typeface="+mj-cs"/>
              </a:rPr>
            </a:br>
            <a:r>
              <a:rPr lang="en-US" sz="2500" kern="1200" dirty="0">
                <a:solidFill>
                  <a:schemeClr val="accent1">
                    <a:lumMod val="50000"/>
                  </a:schemeClr>
                </a:solidFill>
                <a:effectLst/>
                <a:latin typeface="+mn-lt"/>
                <a:ea typeface="+mj-ea"/>
                <a:cs typeface="+mj-cs"/>
              </a:rPr>
              <a:t>appears on your home screen like an app</a:t>
            </a:r>
          </a:p>
        </p:txBody>
      </p:sp>
      <p:sp>
        <p:nvSpPr>
          <p:cNvPr id="4" name="Slide Number Placeholder 3">
            <a:extLst>
              <a:ext uri="{FF2B5EF4-FFF2-40B4-BE49-F238E27FC236}">
                <a16:creationId xmlns:a16="http://schemas.microsoft.com/office/drawing/2014/main" id="{654849E6-509F-AEBA-9076-F0140E19D826}"/>
              </a:ext>
            </a:extLst>
          </p:cNvPr>
          <p:cNvSpPr>
            <a:spLocks noGrp="1"/>
          </p:cNvSpPr>
          <p:nvPr>
            <p:ph type="sldNum" sz="quarter" idx="12"/>
          </p:nvPr>
        </p:nvSpPr>
        <p:spPr/>
        <p:txBody>
          <a:bodyPr/>
          <a:lstStyle/>
          <a:p>
            <a:fld id="{B3561BA9-CDCF-4958-B8AB-66F3BF063E13}" type="slidenum">
              <a:rPr lang="en-US" smtClean="0"/>
              <a:t>5</a:t>
            </a:fld>
            <a:endParaRPr lang="en-US"/>
          </a:p>
        </p:txBody>
      </p:sp>
      <p:sp>
        <p:nvSpPr>
          <p:cNvPr id="5" name="Content Placeholder 4">
            <a:extLst>
              <a:ext uri="{FF2B5EF4-FFF2-40B4-BE49-F238E27FC236}">
                <a16:creationId xmlns:a16="http://schemas.microsoft.com/office/drawing/2014/main" id="{0A811B6C-349F-302B-D2D9-1540197F6B7A}"/>
              </a:ext>
            </a:extLst>
          </p:cNvPr>
          <p:cNvSpPr>
            <a:spLocks noGrp="1"/>
          </p:cNvSpPr>
          <p:nvPr>
            <p:ph sz="quarter" idx="4"/>
          </p:nvPr>
        </p:nvSpPr>
        <p:spPr/>
        <p:txBody>
          <a:bodyPr/>
          <a:lstStyle/>
          <a:p>
            <a:endParaRPr lang="th-TH" dirty="0"/>
          </a:p>
        </p:txBody>
      </p:sp>
      <p:pic>
        <p:nvPicPr>
          <p:cNvPr id="6" name="Picture 5">
            <a:extLst>
              <a:ext uri="{FF2B5EF4-FFF2-40B4-BE49-F238E27FC236}">
                <a16:creationId xmlns:a16="http://schemas.microsoft.com/office/drawing/2014/main" id="{BDAC5432-B358-66E0-120D-7068A6F74B7D}"/>
              </a:ext>
            </a:extLst>
          </p:cNvPr>
          <p:cNvPicPr>
            <a:picLocks noChangeAspect="1"/>
          </p:cNvPicPr>
          <p:nvPr/>
        </p:nvPicPr>
        <p:blipFill>
          <a:blip r:embed="rId3">
            <a:extLst>
              <a:ext uri="{28A0092B-C50C-407E-A947-70E740481C1C}">
                <a14:useLocalDpi xmlns:a14="http://schemas.microsoft.com/office/drawing/2010/main" val="0"/>
              </a:ext>
            </a:extLst>
          </a:blip>
          <a:srcRect l="50000" r="864"/>
          <a:stretch>
            <a:fillRect/>
          </a:stretch>
        </p:blipFill>
        <p:spPr bwMode="auto">
          <a:xfrm>
            <a:off x="7896000" y="231775"/>
            <a:ext cx="2627146" cy="6489700"/>
          </a:xfrm>
          <a:prstGeom prst="rect">
            <a:avLst/>
          </a:prstGeom>
          <a:noFill/>
          <a:ln>
            <a:noFill/>
          </a:ln>
        </p:spPr>
      </p:pic>
    </p:spTree>
    <p:extLst>
      <p:ext uri="{BB962C8B-B14F-4D97-AF65-F5344CB8AC3E}">
        <p14:creationId xmlns:p14="http://schemas.microsoft.com/office/powerpoint/2010/main" val="2919819226"/>
      </p:ext>
    </p:extLst>
  </p:cSld>
  <p:clrMapOvr>
    <a:masterClrMapping/>
  </p:clrMapOvr>
  <mc:AlternateContent xmlns:mc="http://schemas.openxmlformats.org/markup-compatibility/2006" xmlns:p14="http://schemas.microsoft.com/office/powerpoint/2010/main">
    <mc:Choice Requires="p14">
      <p:transition spd="slow" p14:dur="2000" advClick="0" advTm="15000"/>
    </mc:Choice>
    <mc:Fallback xmlns="">
      <p:transition spd="slow" advClick="0" advTm="15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8962F-EBEF-EFE1-4036-C57D3130C6C5}"/>
              </a:ext>
            </a:extLst>
          </p:cNvPr>
          <p:cNvSpPr>
            <a:spLocks noGrp="1"/>
          </p:cNvSpPr>
          <p:nvPr>
            <p:ph type="title"/>
          </p:nvPr>
        </p:nvSpPr>
        <p:spPr/>
        <p:txBody>
          <a:bodyPr anchor="t" anchorCtr="0">
            <a:normAutofit fontScale="90000"/>
          </a:bodyPr>
          <a:lstStyle/>
          <a:p>
            <a:pPr lvl="0" algn="l">
              <a:lnSpc>
                <a:spcPct val="100000"/>
              </a:lnSpc>
              <a:spcBef>
                <a:spcPts val="0"/>
              </a:spcBef>
              <a:spcAft>
                <a:spcPts val="0"/>
              </a:spcAft>
            </a:pPr>
            <a:r>
              <a:rPr lang="en-US" sz="2500" b="1" kern="1200" dirty="0" err="1">
                <a:solidFill>
                  <a:schemeClr val="accent1">
                    <a:lumMod val="50000"/>
                  </a:schemeClr>
                </a:solidFill>
                <a:effectLst/>
                <a:latin typeface="+mn-lt"/>
                <a:ea typeface="+mj-ea"/>
                <a:cs typeface="+mj-cs"/>
              </a:rPr>
              <a:t>iPHONE</a:t>
            </a:r>
            <a:r>
              <a:rPr lang="en-US" sz="2500" b="1" kern="1200" dirty="0">
                <a:solidFill>
                  <a:schemeClr val="accent1">
                    <a:lumMod val="50000"/>
                  </a:schemeClr>
                </a:solidFill>
                <a:effectLst/>
                <a:latin typeface="+mn-lt"/>
                <a:ea typeface="+mj-ea"/>
                <a:cs typeface="+mj-cs"/>
              </a:rPr>
              <a:t> (Safari)</a:t>
            </a:r>
            <a:br>
              <a:rPr lang="en-US" sz="2500" kern="1200" dirty="0">
                <a:solidFill>
                  <a:schemeClr val="accent1">
                    <a:lumMod val="50000"/>
                  </a:schemeClr>
                </a:solidFill>
                <a:effectLst/>
                <a:latin typeface="+mn-lt"/>
                <a:ea typeface="+mj-ea"/>
                <a:cs typeface="+mj-cs"/>
              </a:rPr>
            </a:br>
            <a:endParaRPr lang="en-US" sz="2500" kern="1200" dirty="0">
              <a:solidFill>
                <a:schemeClr val="accent1">
                  <a:lumMod val="50000"/>
                </a:schemeClr>
              </a:solidFill>
              <a:effectLst/>
              <a:latin typeface="+mn-lt"/>
              <a:ea typeface="+mj-ea"/>
              <a:cs typeface="+mj-cs"/>
            </a:endParaRPr>
          </a:p>
          <a:p>
            <a:pPr lvl="0" algn="l">
              <a:lnSpc>
                <a:spcPct val="100000"/>
              </a:lnSpc>
              <a:spcBef>
                <a:spcPts val="0"/>
              </a:spcBef>
              <a:spcAft>
                <a:spcPts val="0"/>
              </a:spcAft>
            </a:pPr>
            <a:r>
              <a:rPr lang="en-US" sz="2500" b="1" kern="1200" dirty="0">
                <a:solidFill>
                  <a:schemeClr val="accent1">
                    <a:lumMod val="50000"/>
                  </a:schemeClr>
                </a:solidFill>
                <a:effectLst/>
                <a:latin typeface="+mn-lt"/>
                <a:ea typeface="+mj-ea"/>
                <a:cs typeface="+mj-cs"/>
              </a:rPr>
              <a:t>Part 1: Open Share Menu</a:t>
            </a:r>
            <a:br>
              <a:rPr lang="en-US" sz="2500" kern="1200" dirty="0">
                <a:solidFill>
                  <a:schemeClr val="accent1">
                    <a:lumMod val="50000"/>
                  </a:schemeClr>
                </a:solidFill>
                <a:effectLst/>
                <a:latin typeface="+mn-lt"/>
                <a:ea typeface="+mj-ea"/>
                <a:cs typeface="+mj-cs"/>
              </a:rPr>
            </a:br>
            <a:endParaRPr lang="en-US" sz="2500" kern="1200" dirty="0">
              <a:solidFill>
                <a:schemeClr val="accent1">
                  <a:lumMod val="50000"/>
                </a:schemeClr>
              </a:solidFill>
              <a:effectLst/>
              <a:latin typeface="+mn-lt"/>
              <a:ea typeface="+mj-ea"/>
              <a:cs typeface="+mj-cs"/>
            </a:endParaRPr>
          </a:p>
          <a:p>
            <a:pPr lvl="0" algn="l">
              <a:lnSpc>
                <a:spcPct val="100000"/>
              </a:lnSpc>
              <a:spcBef>
                <a:spcPts val="0"/>
              </a:spcBef>
              <a:spcAft>
                <a:spcPts val="0"/>
              </a:spcAft>
            </a:pPr>
            <a:r>
              <a:rPr lang="en-US" sz="2500" kern="1200" dirty="0">
                <a:solidFill>
                  <a:schemeClr val="accent1">
                    <a:lumMod val="50000"/>
                  </a:schemeClr>
                </a:solidFill>
                <a:effectLst/>
                <a:latin typeface="+mn-lt"/>
                <a:ea typeface="+mj-ea"/>
                <a:cs typeface="+mj-cs"/>
              </a:rPr>
              <a:t>1. Open Safari</a:t>
            </a:r>
            <a:br>
              <a:rPr lang="en-US" sz="2500" kern="1200" dirty="0">
                <a:solidFill>
                  <a:schemeClr val="accent1">
                    <a:lumMod val="50000"/>
                  </a:schemeClr>
                </a:solidFill>
                <a:effectLst/>
                <a:latin typeface="+mn-lt"/>
                <a:ea typeface="+mj-ea"/>
                <a:cs typeface="+mj-cs"/>
              </a:rPr>
            </a:br>
            <a:endParaRPr lang="en-US" sz="2500" kern="1200" dirty="0">
              <a:solidFill>
                <a:schemeClr val="accent1">
                  <a:lumMod val="50000"/>
                </a:schemeClr>
              </a:solidFill>
              <a:effectLst/>
              <a:latin typeface="+mn-lt"/>
              <a:ea typeface="+mj-ea"/>
              <a:cs typeface="+mj-cs"/>
            </a:endParaRPr>
          </a:p>
          <a:p>
            <a:pPr lvl="0" algn="l">
              <a:lnSpc>
                <a:spcPct val="100000"/>
              </a:lnSpc>
              <a:spcBef>
                <a:spcPts val="0"/>
              </a:spcBef>
              <a:spcAft>
                <a:spcPts val="0"/>
              </a:spcAft>
            </a:pPr>
            <a:r>
              <a:rPr lang="en-US" sz="2500" kern="1200" dirty="0">
                <a:solidFill>
                  <a:schemeClr val="accent1">
                    <a:lumMod val="50000"/>
                  </a:schemeClr>
                </a:solidFill>
                <a:effectLst/>
                <a:latin typeface="+mn-lt"/>
                <a:ea typeface="+mj-ea"/>
                <a:cs typeface="+mj-cs"/>
              </a:rPr>
              <a:t>2. Go to the website you want</a:t>
            </a:r>
          </a:p>
          <a:p>
            <a:pPr lvl="0" algn="l">
              <a:lnSpc>
                <a:spcPct val="100000"/>
              </a:lnSpc>
              <a:spcBef>
                <a:spcPts val="0"/>
              </a:spcBef>
              <a:spcAft>
                <a:spcPts val="0"/>
              </a:spcAft>
            </a:pPr>
            <a:br>
              <a:rPr lang="en-US" sz="2500" kern="1200" dirty="0">
                <a:solidFill>
                  <a:schemeClr val="accent1">
                    <a:lumMod val="50000"/>
                  </a:schemeClr>
                </a:solidFill>
                <a:effectLst/>
                <a:latin typeface="+mn-lt"/>
                <a:ea typeface="+mj-ea"/>
                <a:cs typeface="+mj-cs"/>
              </a:rPr>
            </a:br>
            <a:r>
              <a:rPr lang="en-US" sz="2500" kern="1200" dirty="0">
                <a:solidFill>
                  <a:schemeClr val="accent1">
                    <a:lumMod val="50000"/>
                  </a:schemeClr>
                </a:solidFill>
                <a:effectLst/>
                <a:latin typeface="+mn-lt"/>
                <a:ea typeface="+mj-ea"/>
                <a:cs typeface="+mj-cs"/>
              </a:rPr>
              <a:t>3. Tap the Share button</a:t>
            </a:r>
            <a:br>
              <a:rPr lang="en-US" sz="2500" kern="1200" dirty="0">
                <a:solidFill>
                  <a:schemeClr val="accent1">
                    <a:lumMod val="50000"/>
                  </a:schemeClr>
                </a:solidFill>
                <a:effectLst/>
                <a:latin typeface="+mn-lt"/>
                <a:ea typeface="+mj-ea"/>
                <a:cs typeface="+mj-cs"/>
              </a:rPr>
            </a:br>
            <a:r>
              <a:rPr lang="en-US" sz="2500" kern="1200" dirty="0">
                <a:solidFill>
                  <a:schemeClr val="accent1">
                    <a:lumMod val="50000"/>
                  </a:schemeClr>
                </a:solidFill>
                <a:effectLst/>
                <a:latin typeface="+mn-lt"/>
                <a:ea typeface="+mj-ea"/>
                <a:cs typeface="+mj-cs"/>
              </a:rPr>
              <a:t>(square with arrow up) at the bottom</a:t>
            </a:r>
          </a:p>
          <a:p>
            <a:pPr marL="1143000" lvl="0" indent="-1143000" algn="l">
              <a:lnSpc>
                <a:spcPct val="100000"/>
              </a:lnSpc>
              <a:spcBef>
                <a:spcPts val="0"/>
              </a:spcBef>
              <a:spcAft>
                <a:spcPts val="0"/>
              </a:spcAft>
              <a:buAutoNum type="arabicPeriod" startAt="3"/>
            </a:pPr>
            <a:endParaRPr lang="th-TH" sz="2500" dirty="0">
              <a:solidFill>
                <a:schemeClr val="accent1">
                  <a:lumMod val="50000"/>
                </a:schemeClr>
              </a:solidFill>
              <a:latin typeface="+mn-lt"/>
            </a:endParaRPr>
          </a:p>
        </p:txBody>
      </p:sp>
      <p:sp>
        <p:nvSpPr>
          <p:cNvPr id="4" name="Slide Number Placeholder 3">
            <a:extLst>
              <a:ext uri="{FF2B5EF4-FFF2-40B4-BE49-F238E27FC236}">
                <a16:creationId xmlns:a16="http://schemas.microsoft.com/office/drawing/2014/main" id="{0D68630A-0165-30EC-0DCA-DE5C221A56E7}"/>
              </a:ext>
            </a:extLst>
          </p:cNvPr>
          <p:cNvSpPr>
            <a:spLocks noGrp="1"/>
          </p:cNvSpPr>
          <p:nvPr>
            <p:ph type="sldNum" sz="quarter" idx="12"/>
          </p:nvPr>
        </p:nvSpPr>
        <p:spPr/>
        <p:txBody>
          <a:bodyPr/>
          <a:lstStyle/>
          <a:p>
            <a:fld id="{B3561BA9-CDCF-4958-B8AB-66F3BF063E13}" type="slidenum">
              <a:rPr lang="en-US" smtClean="0"/>
              <a:t>6</a:t>
            </a:fld>
            <a:endParaRPr lang="en-US"/>
          </a:p>
        </p:txBody>
      </p:sp>
      <p:sp>
        <p:nvSpPr>
          <p:cNvPr id="5" name="Content Placeholder 4">
            <a:extLst>
              <a:ext uri="{FF2B5EF4-FFF2-40B4-BE49-F238E27FC236}">
                <a16:creationId xmlns:a16="http://schemas.microsoft.com/office/drawing/2014/main" id="{CA2F30E4-9513-993C-6962-FEE30C2F5FFC}"/>
              </a:ext>
            </a:extLst>
          </p:cNvPr>
          <p:cNvSpPr>
            <a:spLocks noGrp="1"/>
          </p:cNvSpPr>
          <p:nvPr>
            <p:ph sz="quarter" idx="4"/>
          </p:nvPr>
        </p:nvSpPr>
        <p:spPr/>
        <p:txBody>
          <a:bodyPr/>
          <a:lstStyle/>
          <a:p>
            <a:endParaRPr lang="th-TH"/>
          </a:p>
        </p:txBody>
      </p:sp>
      <p:pic>
        <p:nvPicPr>
          <p:cNvPr id="8" name="Picture 7">
            <a:extLst>
              <a:ext uri="{FF2B5EF4-FFF2-40B4-BE49-F238E27FC236}">
                <a16:creationId xmlns:a16="http://schemas.microsoft.com/office/drawing/2014/main" id="{8F9095BC-637C-F252-E8E9-81916C75320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310914"/>
            <a:ext cx="5841178" cy="4088720"/>
          </a:xfrm>
          <a:prstGeom prst="rect">
            <a:avLst/>
          </a:prstGeom>
          <a:noFill/>
          <a:ln>
            <a:noFill/>
          </a:ln>
        </p:spPr>
      </p:pic>
    </p:spTree>
    <p:extLst>
      <p:ext uri="{BB962C8B-B14F-4D97-AF65-F5344CB8AC3E}">
        <p14:creationId xmlns:p14="http://schemas.microsoft.com/office/powerpoint/2010/main" val="2223959448"/>
      </p:ext>
    </p:extLst>
  </p:cSld>
  <p:clrMapOvr>
    <a:masterClrMapping/>
  </p:clrMapOvr>
  <mc:AlternateContent xmlns:mc="http://schemas.openxmlformats.org/markup-compatibility/2006" xmlns:p14="http://schemas.microsoft.com/office/powerpoint/2010/main">
    <mc:Choice Requires="p14">
      <p:transition spd="slow" p14:dur="2000" advClick="0" advTm="15000"/>
    </mc:Choice>
    <mc:Fallback xmlns="">
      <p:transition spd="slow" advClick="0" advTm="15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8D391-B220-746E-34E8-49B11B48B11A}"/>
              </a:ext>
            </a:extLst>
          </p:cNvPr>
          <p:cNvSpPr>
            <a:spLocks noGrp="1"/>
          </p:cNvSpPr>
          <p:nvPr>
            <p:ph type="title"/>
          </p:nvPr>
        </p:nvSpPr>
        <p:spPr/>
        <p:txBody>
          <a:bodyPr anchor="t" anchorCtr="0">
            <a:noAutofit/>
          </a:bodyPr>
          <a:lstStyle/>
          <a:p>
            <a:pPr lvl="0" algn="l">
              <a:lnSpc>
                <a:spcPct val="100000"/>
              </a:lnSpc>
              <a:spcBef>
                <a:spcPts val="0"/>
              </a:spcBef>
              <a:spcAft>
                <a:spcPts val="0"/>
              </a:spcAft>
            </a:pPr>
            <a:r>
              <a:rPr lang="en-US" sz="2500" b="1" kern="1200" dirty="0">
                <a:solidFill>
                  <a:schemeClr val="accent1">
                    <a:lumMod val="50000"/>
                  </a:schemeClr>
                </a:solidFill>
                <a:effectLst/>
                <a:latin typeface="+mn-lt"/>
                <a:ea typeface="+mj-ea"/>
                <a:cs typeface="+mj-cs"/>
              </a:rPr>
              <a:t>Part 2: Add to Home Screen</a:t>
            </a:r>
            <a:br>
              <a:rPr lang="en-US" sz="2500" b="1" kern="1200" dirty="0">
                <a:solidFill>
                  <a:schemeClr val="accent1">
                    <a:lumMod val="50000"/>
                  </a:schemeClr>
                </a:solidFill>
                <a:effectLst/>
                <a:latin typeface="+mn-lt"/>
                <a:ea typeface="+mj-ea"/>
                <a:cs typeface="+mj-cs"/>
              </a:rPr>
            </a:br>
            <a:endParaRPr lang="en-US" sz="2500" b="1" kern="1200" dirty="0">
              <a:solidFill>
                <a:schemeClr val="accent1">
                  <a:lumMod val="50000"/>
                </a:schemeClr>
              </a:solidFill>
              <a:effectLst/>
              <a:latin typeface="+mn-lt"/>
              <a:ea typeface="+mj-ea"/>
              <a:cs typeface="+mj-cs"/>
            </a:endParaRPr>
          </a:p>
          <a:p>
            <a:pPr lvl="0" algn="l">
              <a:lnSpc>
                <a:spcPct val="100000"/>
              </a:lnSpc>
              <a:spcBef>
                <a:spcPts val="0"/>
              </a:spcBef>
              <a:spcAft>
                <a:spcPts val="0"/>
              </a:spcAft>
            </a:pPr>
            <a:r>
              <a:rPr lang="en-US" sz="2500" kern="1200" dirty="0">
                <a:solidFill>
                  <a:schemeClr val="accent1">
                    <a:lumMod val="50000"/>
                  </a:schemeClr>
                </a:solidFill>
                <a:effectLst/>
                <a:latin typeface="+mn-lt"/>
                <a:ea typeface="+mj-ea"/>
                <a:cs typeface="+mj-cs"/>
              </a:rPr>
              <a:t>1. Scroll down in the share menu</a:t>
            </a:r>
          </a:p>
          <a:p>
            <a:pPr lvl="0" algn="l">
              <a:lnSpc>
                <a:spcPct val="100000"/>
              </a:lnSpc>
              <a:spcBef>
                <a:spcPts val="0"/>
              </a:spcBef>
              <a:spcAft>
                <a:spcPts val="0"/>
              </a:spcAft>
            </a:pPr>
            <a:br>
              <a:rPr lang="en-US" sz="2500" kern="1200" dirty="0">
                <a:solidFill>
                  <a:schemeClr val="accent1">
                    <a:lumMod val="50000"/>
                  </a:schemeClr>
                </a:solidFill>
                <a:effectLst/>
                <a:latin typeface="+mn-lt"/>
                <a:ea typeface="+mj-ea"/>
                <a:cs typeface="+mj-cs"/>
              </a:rPr>
            </a:br>
            <a:r>
              <a:rPr lang="en-US" sz="2500" kern="1200" dirty="0">
                <a:solidFill>
                  <a:schemeClr val="accent1">
                    <a:lumMod val="50000"/>
                  </a:schemeClr>
                </a:solidFill>
                <a:effectLst/>
                <a:latin typeface="+mn-lt"/>
                <a:ea typeface="+mj-ea"/>
                <a:cs typeface="+mj-cs"/>
              </a:rPr>
              <a:t>2. Tap “Add to Home Screen”</a:t>
            </a:r>
          </a:p>
          <a:p>
            <a:pPr lvl="0" algn="l">
              <a:lnSpc>
                <a:spcPct val="100000"/>
              </a:lnSpc>
              <a:spcBef>
                <a:spcPts val="0"/>
              </a:spcBef>
              <a:spcAft>
                <a:spcPts val="0"/>
              </a:spcAft>
            </a:pPr>
            <a:br>
              <a:rPr lang="en-US" sz="2500" kern="1200" dirty="0">
                <a:solidFill>
                  <a:schemeClr val="accent1">
                    <a:lumMod val="50000"/>
                  </a:schemeClr>
                </a:solidFill>
                <a:effectLst/>
                <a:latin typeface="+mn-lt"/>
                <a:ea typeface="+mj-ea"/>
                <a:cs typeface="+mj-cs"/>
              </a:rPr>
            </a:br>
            <a:r>
              <a:rPr lang="en-US" sz="2500" kern="1200" dirty="0">
                <a:solidFill>
                  <a:schemeClr val="accent1">
                    <a:lumMod val="50000"/>
                  </a:schemeClr>
                </a:solidFill>
                <a:effectLst/>
                <a:latin typeface="+mn-lt"/>
                <a:ea typeface="+mj-ea"/>
                <a:cs typeface="+mj-cs"/>
              </a:rPr>
              <a:t>3. Rename if you want</a:t>
            </a:r>
          </a:p>
          <a:p>
            <a:pPr lvl="0" algn="l">
              <a:lnSpc>
                <a:spcPct val="100000"/>
              </a:lnSpc>
              <a:spcBef>
                <a:spcPts val="0"/>
              </a:spcBef>
              <a:spcAft>
                <a:spcPts val="0"/>
              </a:spcAft>
            </a:pPr>
            <a:br>
              <a:rPr lang="en-US" sz="2500" kern="1200" dirty="0">
                <a:solidFill>
                  <a:schemeClr val="accent1">
                    <a:lumMod val="50000"/>
                  </a:schemeClr>
                </a:solidFill>
                <a:effectLst/>
                <a:latin typeface="+mn-lt"/>
                <a:ea typeface="+mj-ea"/>
                <a:cs typeface="+mj-cs"/>
              </a:rPr>
            </a:br>
            <a:r>
              <a:rPr lang="en-US" sz="2500" kern="1200" dirty="0">
                <a:solidFill>
                  <a:schemeClr val="accent1">
                    <a:lumMod val="50000"/>
                  </a:schemeClr>
                </a:solidFill>
                <a:effectLst/>
                <a:latin typeface="+mn-lt"/>
                <a:ea typeface="+mj-ea"/>
                <a:cs typeface="+mj-cs"/>
              </a:rPr>
              <a:t>4. Tap Add</a:t>
            </a:r>
          </a:p>
          <a:p>
            <a:pPr lvl="0" algn="l">
              <a:lnSpc>
                <a:spcPct val="100000"/>
              </a:lnSpc>
              <a:spcBef>
                <a:spcPts val="0"/>
              </a:spcBef>
              <a:spcAft>
                <a:spcPts val="0"/>
              </a:spcAft>
            </a:pPr>
            <a:br>
              <a:rPr lang="en-US" sz="2500" dirty="0">
                <a:solidFill>
                  <a:schemeClr val="accent1">
                    <a:lumMod val="50000"/>
                  </a:schemeClr>
                </a:solidFill>
                <a:latin typeface="+mn-lt"/>
              </a:rPr>
            </a:br>
            <a:r>
              <a:rPr lang="en-US" sz="2500" dirty="0">
                <a:solidFill>
                  <a:schemeClr val="accent1">
                    <a:lumMod val="50000"/>
                  </a:schemeClr>
                </a:solidFill>
                <a:latin typeface="+mn-lt"/>
              </a:rPr>
              <a:t>5. </a:t>
            </a:r>
            <a:r>
              <a:rPr lang="en-US" sz="2500" kern="1200" dirty="0">
                <a:solidFill>
                  <a:schemeClr val="accent1">
                    <a:lumMod val="50000"/>
                  </a:schemeClr>
                </a:solidFill>
                <a:effectLst/>
                <a:latin typeface="+mn-lt"/>
                <a:ea typeface="+mj-ea"/>
                <a:cs typeface="+mj-cs"/>
              </a:rPr>
              <a:t>The website now appears</a:t>
            </a:r>
            <a:br>
              <a:rPr lang="en-US" sz="2500" kern="1200" dirty="0">
                <a:solidFill>
                  <a:schemeClr val="accent1">
                    <a:lumMod val="50000"/>
                  </a:schemeClr>
                </a:solidFill>
                <a:effectLst/>
                <a:latin typeface="+mn-lt"/>
                <a:ea typeface="+mj-ea"/>
                <a:cs typeface="+mj-cs"/>
              </a:rPr>
            </a:br>
            <a:r>
              <a:rPr lang="en-US" sz="2500" kern="1200" dirty="0">
                <a:solidFill>
                  <a:schemeClr val="accent1">
                    <a:lumMod val="50000"/>
                  </a:schemeClr>
                </a:solidFill>
                <a:effectLst/>
                <a:latin typeface="+mn-lt"/>
                <a:ea typeface="+mj-ea"/>
                <a:cs typeface="+mj-cs"/>
              </a:rPr>
              <a:t>as an app icon on your home screen.</a:t>
            </a:r>
            <a:endParaRPr lang="th-TH" sz="2500" dirty="0">
              <a:latin typeface="+mn-lt"/>
            </a:endParaRPr>
          </a:p>
        </p:txBody>
      </p:sp>
      <p:sp>
        <p:nvSpPr>
          <p:cNvPr id="4" name="Slide Number Placeholder 3">
            <a:extLst>
              <a:ext uri="{FF2B5EF4-FFF2-40B4-BE49-F238E27FC236}">
                <a16:creationId xmlns:a16="http://schemas.microsoft.com/office/drawing/2014/main" id="{3E6A10AF-BCE1-6BB7-AECB-D0E817512081}"/>
              </a:ext>
            </a:extLst>
          </p:cNvPr>
          <p:cNvSpPr>
            <a:spLocks noGrp="1"/>
          </p:cNvSpPr>
          <p:nvPr>
            <p:ph type="sldNum" sz="quarter" idx="12"/>
          </p:nvPr>
        </p:nvSpPr>
        <p:spPr/>
        <p:txBody>
          <a:bodyPr/>
          <a:lstStyle/>
          <a:p>
            <a:fld id="{B3561BA9-CDCF-4958-B8AB-66F3BF063E13}" type="slidenum">
              <a:rPr lang="en-US" smtClean="0"/>
              <a:t>7</a:t>
            </a:fld>
            <a:endParaRPr lang="en-US"/>
          </a:p>
        </p:txBody>
      </p:sp>
      <p:sp>
        <p:nvSpPr>
          <p:cNvPr id="5" name="Content Placeholder 4">
            <a:extLst>
              <a:ext uri="{FF2B5EF4-FFF2-40B4-BE49-F238E27FC236}">
                <a16:creationId xmlns:a16="http://schemas.microsoft.com/office/drawing/2014/main" id="{8B4CB3AA-DF3D-48F6-5F34-BEBD000705A8}"/>
              </a:ext>
            </a:extLst>
          </p:cNvPr>
          <p:cNvSpPr>
            <a:spLocks noGrp="1"/>
          </p:cNvSpPr>
          <p:nvPr>
            <p:ph sz="quarter" idx="4"/>
          </p:nvPr>
        </p:nvSpPr>
        <p:spPr/>
        <p:txBody>
          <a:bodyPr/>
          <a:lstStyle/>
          <a:p>
            <a:endParaRPr lang="th-TH" dirty="0"/>
          </a:p>
        </p:txBody>
      </p:sp>
      <p:pic>
        <p:nvPicPr>
          <p:cNvPr id="7" name="Picture 6">
            <a:extLst>
              <a:ext uri="{FF2B5EF4-FFF2-40B4-BE49-F238E27FC236}">
                <a16:creationId xmlns:a16="http://schemas.microsoft.com/office/drawing/2014/main" id="{D01E9000-AA72-7561-BF71-21D05A6AC822}"/>
              </a:ext>
            </a:extLst>
          </p:cNvPr>
          <p:cNvPicPr>
            <a:picLocks noChangeAspect="1"/>
          </p:cNvPicPr>
          <p:nvPr/>
        </p:nvPicPr>
        <p:blipFill>
          <a:blip r:embed="rId2">
            <a:extLst>
              <a:ext uri="{28A0092B-C50C-407E-A947-70E740481C1C}">
                <a14:useLocalDpi xmlns:a14="http://schemas.microsoft.com/office/drawing/2010/main" val="0"/>
              </a:ext>
            </a:extLst>
          </a:blip>
          <a:srcRect r="14892"/>
          <a:stretch>
            <a:fillRect/>
          </a:stretch>
        </p:blipFill>
        <p:spPr bwMode="auto">
          <a:xfrm>
            <a:off x="7803079" y="632567"/>
            <a:ext cx="2743200" cy="5723783"/>
          </a:xfrm>
          <a:prstGeom prst="rect">
            <a:avLst/>
          </a:prstGeom>
          <a:noFill/>
          <a:ln>
            <a:noFill/>
          </a:ln>
        </p:spPr>
      </p:pic>
    </p:spTree>
    <p:extLst>
      <p:ext uri="{BB962C8B-B14F-4D97-AF65-F5344CB8AC3E}">
        <p14:creationId xmlns:p14="http://schemas.microsoft.com/office/powerpoint/2010/main" val="2964913406"/>
      </p:ext>
    </p:extLst>
  </p:cSld>
  <p:clrMapOvr>
    <a:masterClrMapping/>
  </p:clrMapOvr>
  <mc:AlternateContent xmlns:mc="http://schemas.openxmlformats.org/markup-compatibility/2006" xmlns:p14="http://schemas.microsoft.com/office/powerpoint/2010/main">
    <mc:Choice Requires="p14">
      <p:transition spd="slow" p14:dur="2000" advClick="0" advTm="15000"/>
    </mc:Choice>
    <mc:Fallback xmlns="">
      <p:transition spd="slow" advClick="0" advTm="15000"/>
    </mc:Fallback>
  </mc:AlternateContent>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243</TotalTime>
  <Words>302</Words>
  <Application>Microsoft Office PowerPoint</Application>
  <PresentationFormat>Widescreen</PresentationFormat>
  <Paragraphs>31</Paragraphs>
  <Slides>7</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Custom Design</vt:lpstr>
      <vt:lpstr>Here’s a clear “diagram-style” breakdown for both Android and iPhone. Part 1 is to help you find the option, and Part 2 is for creating the home screen button.</vt:lpstr>
      <vt:lpstr>Here’s a clear “diagram-style” breakdown for both Android and iPhone. Part 1 is to help you find the option, and Part 2 is for creating the home screen button.</vt:lpstr>
      <vt:lpstr>Here’s a clear “diagram-style” breakdown for both Android and iPhone. Part 1 is to help you find the option, and Part 2 is for creating the home screen button.</vt:lpstr>
      <vt:lpstr>ANDROID (Chrome)  Part 1: Open the website menu  1. Open Google Chrome  2. Go to the website you want  3. Tap the 3 dots (⋮) menu in the top-right corner</vt:lpstr>
      <vt:lpstr>Part 2: Add to Home Screen  1. Tap “Add to Home screen  2. (Optional) Edit the name  3. Tap Add  4. The website icon now appears on your home screen like an app</vt:lpstr>
      <vt:lpstr>iPHONE (Safari)  Part 1: Open Share Menu  1. Open Safari  2. Go to the website you want  3. Tap the Share button (square with arrow up) at the bottom </vt:lpstr>
      <vt:lpstr>Part 2: Add to Home Screen  1. Scroll down in the share menu  2. Tap “Add to Home Screen”  3. Rename if you want  4. Tap Add  5. The website now appears as an app icon on your home screen.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WPP Presentation</dc:title>
  <dc:creator>davidcherry</dc:creator>
  <cp:lastModifiedBy>David Cherry</cp:lastModifiedBy>
  <cp:revision>57</cp:revision>
  <dcterms:created xsi:type="dcterms:W3CDTF">2021-08-07T10:58:31Z</dcterms:created>
  <dcterms:modified xsi:type="dcterms:W3CDTF">2026-05-14T08:29:16Z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1033-10.1.0.6757</vt:lpwstr>
  </property>
</Properties>
</file>